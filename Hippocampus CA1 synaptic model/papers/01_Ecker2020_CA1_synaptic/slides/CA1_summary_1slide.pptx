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</a:rPr>
              <a:t>CA1 in silico — 시냅스 모델 → 9클래스 검증 → 마이크로서킷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86868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850392"/>
            <a:ext cx="5202936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</a:rPr>
              <a:t>시냅스 모델 + 8 파라미터 · 6단계</a:t>
            </a:r>
          </a:p>
        </p:txBody>
      </p:sp>
      <p:pic>
        <p:nvPicPr>
          <p:cNvPr id="5" name="Picture 4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325880"/>
            <a:ext cx="4958079" cy="27889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355080" y="868680"/>
            <a:ext cx="347472" cy="347472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5704" y="850392"/>
            <a:ext cx="5020056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9클래스 단기가소성(STP) 재현 · 검증</a:t>
            </a:r>
          </a:p>
        </p:txBody>
      </p:sp>
      <p:pic>
        <p:nvPicPr>
          <p:cNvPr id="8" name="Picture 7" descr="4-1_reproduce_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114" y="1325880"/>
            <a:ext cx="4056610" cy="27889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11480" y="4343400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4325112"/>
            <a:ext cx="10963655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축소 CA1 마이크로서킷 (122세포 · 553연결 · 9클래스 시냅스)</a:t>
            </a:r>
          </a:p>
        </p:txBody>
      </p:sp>
      <p:pic>
        <p:nvPicPr>
          <p:cNvPr id="11" name="Picture 10" descr="1_conne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500" y="4800600"/>
            <a:ext cx="6128238" cy="1874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