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</a:rPr>
              <a:t>CA1 in silico — 마이크로서킷 구축 방법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42062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</a:rPr>
              <a:t>① 뉴런 4종 (e-type 대표) 형태</a:t>
            </a:r>
          </a:p>
        </p:txBody>
      </p:sp>
      <p:pic>
        <p:nvPicPr>
          <p:cNvPr id="4" name="Picture 3" descr="celltypes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8226"/>
            <a:ext cx="4206240" cy="14469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658368"/>
            <a:ext cx="338328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② 9 경로 클래스 (Table 3) · STP 재현</a:t>
            </a:r>
          </a:p>
        </p:txBody>
      </p:sp>
      <p:pic>
        <p:nvPicPr>
          <p:cNvPr id="6" name="Picture 5" descr="4-1_reproduce_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8697"/>
            <a:ext cx="3383280" cy="23260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183879" y="640080"/>
            <a:ext cx="3703320" cy="2743200"/>
          </a:xfrm>
          <a:prstGeom prst="rect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676656"/>
            <a:ext cx="3611879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④ 축소 마이크로서킷 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024128"/>
            <a:ext cx="3611879" cy="23317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규모: 122세포 (PC 100 · PV 10 · cAC 6 · bAC 6)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배치: 3D 층 SP/SO/SR (500µm 타일)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연결: 거리의존 확률(정점×Gaussian, 공간상수 150µm) → 553연결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시냅스: 9클래스(Table 3) 자동 배정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방출: EMS 확률 시냅스 → 고정 dt 실행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구동: PC 외부 입력 → raster · e-type별 발화율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• 다음(세션 D): paired recording — 연결별 PSP 분포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56432"/>
            <a:ext cx="1152144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③ 시냅스 파라미터 8개를 정하는 6단계 절차  </a:t>
            </a:r>
            <a:r>
              <a:rPr sz="1100" b="0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(단계3 E_rev·τ · 단계4 U,D,F · 단계5 N_RRP · 단계6 ĝ)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822191"/>
            <a:ext cx="329184" cy="329184"/>
          </a:xfrm>
          <a:prstGeom prst="ellipse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03904"/>
            <a:ext cx="145282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축삭-수상돌기 분포</a:t>
            </a:r>
          </a:p>
        </p:txBody>
      </p:sp>
      <p:pic>
        <p:nvPicPr>
          <p:cNvPr id="13" name="Picture 12" descr="1_inn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206240"/>
            <a:ext cx="1818589" cy="813359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2266645" y="3822191"/>
            <a:ext cx="329184" cy="329184"/>
          </a:xfrm>
          <a:prstGeom prst="ellipse">
            <a:avLst/>
          </a:prstGeom>
          <a:solidFill>
            <a:srgbClr val="70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2405" y="3803904"/>
            <a:ext cx="145282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707070"/>
                </a:solidFill>
                <a:latin typeface="Malgun Gothic"/>
                <a:ea typeface="Malgun Gothic"/>
                <a:cs typeface="Malgun Gothic"/>
              </a:rPr>
              <a:t>연결당 시냅스 수</a:t>
            </a:r>
          </a:p>
        </p:txBody>
      </p:sp>
      <p:pic>
        <p:nvPicPr>
          <p:cNvPr id="16" name="Picture 15" descr="2_num_synaps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6645" y="4206240"/>
            <a:ext cx="1818589" cy="113661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213250" y="3822191"/>
            <a:ext cx="329184" cy="329184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9010" y="3803904"/>
            <a:ext cx="145282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biexp 전도도</a:t>
            </a:r>
          </a:p>
        </p:txBody>
      </p:sp>
      <p:pic>
        <p:nvPicPr>
          <p:cNvPr id="19" name="Picture 18" descr="3_biexp_conduct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250" y="4206240"/>
            <a:ext cx="1818589" cy="643500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6159855" y="3822191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5615" y="3803904"/>
            <a:ext cx="145282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TM 단기가소성</a:t>
            </a:r>
          </a:p>
        </p:txBody>
      </p:sp>
      <p:pic>
        <p:nvPicPr>
          <p:cNvPr id="22" name="Picture 21" descr="4_class_PC-PC_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9855" y="4206240"/>
            <a:ext cx="1818589" cy="581948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8106460" y="3822191"/>
            <a:ext cx="329184" cy="329184"/>
          </a:xfrm>
          <a:prstGeom prst="ellipse">
            <a:avLst/>
          </a:prstGeom>
          <a:solidFill>
            <a:srgbClr val="E0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2220" y="3803904"/>
            <a:ext cx="145282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E07B00"/>
                </a:solidFill>
                <a:latin typeface="Malgun Gothic"/>
                <a:ea typeface="Malgun Gothic"/>
                <a:cs typeface="Malgun Gothic"/>
              </a:rPr>
              <a:t>확률 다소포 방출</a:t>
            </a:r>
          </a:p>
        </p:txBody>
      </p:sp>
      <p:pic>
        <p:nvPicPr>
          <p:cNvPr id="25" name="Picture 24" descr="5_stochastic_mv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6460" y="4206240"/>
            <a:ext cx="1818589" cy="540065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10053066" y="3822191"/>
            <a:ext cx="329184" cy="329184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18826" y="3803904"/>
            <a:ext cx="1452829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6A1B9A"/>
                </a:solidFill>
                <a:latin typeface="Malgun Gothic"/>
                <a:ea typeface="Malgun Gothic"/>
                <a:cs typeface="Malgun Gothic"/>
              </a:rPr>
              <a:t>ĝ 보정</a:t>
            </a:r>
          </a:p>
        </p:txBody>
      </p:sp>
      <p:pic>
        <p:nvPicPr>
          <p:cNvPr id="28" name="Picture 27" descr="6_calibrate_gh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3066" y="4206240"/>
            <a:ext cx="1818589" cy="671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